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Manual para publicar proyecto en Derechos de Autor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Pasos - Requerimientos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¿Qué son los derechos de autor?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Protección legal de obras literarias, artísticas y científicas</a:t>
            </a:r>
          </a:p>
          <a:p>
            <a:r>
              <a:t>• Reconoce al autor como creador</a:t>
            </a:r>
          </a:p>
          <a:p>
            <a:r>
              <a:t>• Evita el uso no autorizado de la obra</a:t>
            </a:r>
          </a:p>
          <a:p>
            <a:r>
              <a:t>• Se otorgan automáticamente al crear, pero el registro brinda seguridad jurídica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Beneficios de registrar un proyecto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Reconocimiento oficial de la autoría</a:t>
            </a:r>
          </a:p>
          <a:p>
            <a:r>
              <a:t>• Protección contra plagio</a:t>
            </a:r>
          </a:p>
          <a:p>
            <a:r>
              <a:t>• Soporte legal en caso de disputas</a:t>
            </a:r>
          </a:p>
          <a:p>
            <a:r>
              <a:t>• Posibilidad de licenciar o transferir derechos</a:t>
            </a:r>
          </a:p>
          <a:p>
            <a:r>
              <a:t>• Facilita inclusión en portafolios académicos y profesionales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Pasos para registrar en Derechos de Autor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Reunir información del autor (nombres, cédula, contacto)</a:t>
            </a:r>
          </a:p>
          <a:p>
            <a:r>
              <a:t>2. Preparar el proyecto final (documento, software, diseño, etc.)</a:t>
            </a:r>
          </a:p>
          <a:p>
            <a:r>
              <a:t>3. Completar formulario en la Dirección Nacional de Derechos de Autor (DNDA)</a:t>
            </a:r>
          </a:p>
          <a:p>
            <a:r>
              <a:t>4. Pagar la tasa establecida</a:t>
            </a:r>
          </a:p>
          <a:p>
            <a:r>
              <a:t>5. Enviar o cargar documentos requeridos</a:t>
            </a:r>
          </a:p>
          <a:p>
            <a:r>
              <a:t>6. Esperar resolución y certificado oficial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Requerimientos básicos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Copia del proyecto en formato digital (PDF, código, etc.)</a:t>
            </a:r>
          </a:p>
          <a:p>
            <a:r>
              <a:t>• Datos completos del autor(es)</a:t>
            </a:r>
          </a:p>
          <a:p>
            <a:r>
              <a:t>• Formulario de solicitud diligenciado</a:t>
            </a:r>
          </a:p>
          <a:p>
            <a:r>
              <a:t>• Recibo de pago de tasa</a:t>
            </a:r>
          </a:p>
          <a:p>
            <a:r>
              <a:t>• Carta de declaración de autoría (si aplica)</a:t>
            </a:r>
          </a:p>
          <a:p>
            <a:r>
              <a:t>• En software: manual de usuario y descripción técnica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Consideraciones legales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El registro protege la forma de expresión, no las ideas</a:t>
            </a:r>
          </a:p>
          <a:p>
            <a:r>
              <a:t>• La protección dura la vida del autor + 80 años</a:t>
            </a:r>
          </a:p>
          <a:p>
            <a:r>
              <a:t>• No sustituye otros registros (patentes, marcas)</a:t>
            </a:r>
          </a:p>
          <a:p>
            <a:r>
              <a:t>• Puede registrarse individual o en coautoría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Dónde registrar en Colombia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Dirección Nacional de Derecho de Autor (DNDA)</a:t>
            </a:r>
          </a:p>
          <a:p>
            <a:r>
              <a:t>• Registro en línea a través del portal de la DNDA</a:t>
            </a:r>
          </a:p>
          <a:p>
            <a:r>
              <a:t>• Atención presencial en Bogotá y oficinas regionales</a:t>
            </a:r>
          </a:p>
          <a:p>
            <a:r>
              <a:t>• Web: www.derechodeautor.gov.co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Consejos prácticos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Asegurarse de que el proyecto esté terminado</a:t>
            </a:r>
          </a:p>
          <a:p>
            <a:r>
              <a:t>• Conservar copias firmadas y fechadas</a:t>
            </a:r>
          </a:p>
          <a:p>
            <a:r>
              <a:t>• Revisar que no existan plagios previos</a:t>
            </a:r>
          </a:p>
          <a:p>
            <a:r>
              <a:t>• Usar ORCID para vincular identidad académica</a:t>
            </a:r>
          </a:p>
          <a:p>
            <a:r>
              <a:t>• Guardar certificado oficial en repositorios institucionales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Errores comunes a evitar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No adjuntar todo el material requerido</a:t>
            </a:r>
          </a:p>
          <a:p>
            <a:r>
              <a:t>• Errores en datos de autores</a:t>
            </a:r>
          </a:p>
          <a:p>
            <a:r>
              <a:t>• Presentar versiones incompletas</a:t>
            </a:r>
          </a:p>
          <a:p>
            <a:r>
              <a:t>• No pagar la tasa o subir comprobante</a:t>
            </a:r>
          </a:p>
          <a:p>
            <a:r>
              <a:t>• Olvidar firmar declaraciones de autoría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final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Reunir documentos</a:t>
            </a:r>
          </a:p>
          <a:p>
            <a:r>
              <a:t>2. Llenar formulario DNDA</a:t>
            </a:r>
          </a:p>
          <a:p>
            <a:r>
              <a:t>3. Pagar tasas</a:t>
            </a:r>
          </a:p>
          <a:p>
            <a:r>
              <a:t>4. Adjuntar proyecto digital</a:t>
            </a:r>
          </a:p>
          <a:p>
            <a:r>
              <a:t>5. Esperar certificado oficial</a:t>
            </a:r>
          </a:p>
          <a:p/>
          <a:p>
            <a:r>
              <a:t>✔ Garantiza protección legal y reconocimiento de la autoría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