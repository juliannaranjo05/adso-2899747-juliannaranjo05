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Tipos de artículos &amp; Revistas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académica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artículos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Artículo de investigación original</a:t>
            </a:r>
          </a:p>
          <a:p>
            <a:r>
              <a:t>• Artículo de revisión</a:t>
            </a:r>
          </a:p>
          <a:p>
            <a:r>
              <a:t>• Artículo corto / Nota técnica</a:t>
            </a:r>
          </a:p>
          <a:p>
            <a:r>
              <a:t>• Informe de caso</a:t>
            </a:r>
          </a:p>
          <a:p>
            <a:r>
              <a:t>• Artículo metodológico / Protocolos</a:t>
            </a:r>
          </a:p>
          <a:p>
            <a:r>
              <a:t>• Editorial y carta al editor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revistas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Revistas indexadas (Scopus, WoS, PubMed)</a:t>
            </a:r>
          </a:p>
          <a:p>
            <a:r>
              <a:t>• Revistas no indexadas / locales</a:t>
            </a:r>
          </a:p>
          <a:p>
            <a:r>
              <a:t>• Revistas de acceso abierto vs suscripción</a:t>
            </a:r>
          </a:p>
          <a:p>
            <a:r>
              <a:t>• Revistas predatorias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significa indexada?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Listada en bases de datos reconocidas</a:t>
            </a:r>
          </a:p>
          <a:p>
            <a:r>
              <a:t>• Mayor visibilidad y citaciones</a:t>
            </a:r>
          </a:p>
          <a:p>
            <a:r>
              <a:t>• Procesos editoriales más estrictos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Buscar y revisar revistas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Identificar revista</a:t>
            </a:r>
          </a:p>
          <a:p>
            <a:r>
              <a:t>2. Buscar en Scopus, WoS, DOAJ, Latindex</a:t>
            </a:r>
          </a:p>
          <a:p>
            <a:r>
              <a:t>3. Revisar web de la revista</a:t>
            </a:r>
          </a:p>
          <a:p>
            <a:r>
              <a:t>4. Comprobar ISSN y editoriales</a:t>
            </a:r>
          </a:p>
          <a:p>
            <a:r>
              <a:t>5. Leer artículos recientes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Formato de artículo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Título</a:t>
            </a:r>
          </a:p>
          <a:p>
            <a:r>
              <a:t>• Autores y afiliaciones</a:t>
            </a:r>
          </a:p>
          <a:p>
            <a:r>
              <a:t>• Resumen y palabras clave</a:t>
            </a:r>
          </a:p>
          <a:p>
            <a:r>
              <a:t>• Introducción</a:t>
            </a:r>
          </a:p>
          <a:p>
            <a:r>
              <a:t>• Metodología</a:t>
            </a:r>
          </a:p>
          <a:p>
            <a:r>
              <a:t>• Resultados</a:t>
            </a:r>
          </a:p>
          <a:p>
            <a:r>
              <a:t>• Discusión</a:t>
            </a:r>
          </a:p>
          <a:p>
            <a:r>
              <a:t>• Conclusiones</a:t>
            </a:r>
          </a:p>
          <a:p>
            <a:r>
              <a:t>• Agradecimientos / Conflictos</a:t>
            </a:r>
          </a:p>
          <a:p>
            <a:r>
              <a:t>• Referencias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Elementos por tipo de artículo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Original Research → Métodos detallados, datos, estadísticas</a:t>
            </a:r>
          </a:p>
          <a:p>
            <a:r>
              <a:t>• Review → Resumen de literatura, criterios de búsqueda</a:t>
            </a:r>
          </a:p>
          <a:p>
            <a:r>
              <a:t>• Case Report → Consentimiento, descripción clínica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útiles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Para buscar revistas: Scopus, WoS, PubMed, DOAJ, Latindex</a:t>
            </a:r>
          </a:p>
          <a:p>
            <a:r>
              <a:t>• Gestión de referencias: Zotero, Mendeley, EndNote</a:t>
            </a:r>
          </a:p>
          <a:p>
            <a:r>
              <a:t>• Formato: Overleaf, Word, Google Docs</a:t>
            </a:r>
          </a:p>
          <a:p>
            <a:r>
              <a:t>• Detección predatorias: DOAJ, Think.Check.Submit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Formato de 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Vancouver: Apellido AB. Título. Rev. Año;Vol(Nº):pág-pág.</a:t>
            </a:r>
          </a:p>
          <a:p>
            <a:r>
              <a:t>• APA 7ª: Apellido, A. (Año). Título. Revista, Vol(Nº), pág–pág. https://doi.org/...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 al enviar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Leer instrucciones de autores</a:t>
            </a:r>
          </a:p>
          <a:p>
            <a:r>
              <a:t>• Preparar carta de presentación</a:t>
            </a:r>
          </a:p>
          <a:p>
            <a:r>
              <a:t>• Revisar datos y metadatos (ORCID, afiliaciones)</a:t>
            </a:r>
          </a:p>
          <a:p>
            <a:r>
              <a:t>• Comprobar límites de palabras, figuras</a:t>
            </a:r>
          </a:p>
          <a:p>
            <a:r>
              <a:t>• Subir archivos suplementarios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